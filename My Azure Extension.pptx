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60" r:id="rId5"/>
    <p:sldId id="259" r:id="rId6"/>
    <p:sldId id="262" r:id="rId7"/>
    <p:sldId id="263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36F78-C6A9-44DD-A7A8-7614382F4F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B67F80-B6B1-4303-B1A1-1FA972D328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AABD0-53E6-420A-B232-BE7234D7B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56615-4E69-4601-879E-C9C61DEA03B6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417E5-91BB-479E-A4AD-4924C422E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E914-943F-40A4-B710-E6161234F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80676-420D-4D42-BCA3-1212B9E44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200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F9451-4088-4826-A949-D8539C282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2F502-7F84-4119-AAC3-D7F1D8D2F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90B7C-7FCE-4D94-AE98-34FDB1C34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56615-4E69-4601-879E-C9C61DEA03B6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F3F49-AC4D-4C01-A23D-E8AD96996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CC067-1BE6-4D1D-96A6-9C6E976A5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80676-420D-4D42-BCA3-1212B9E44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132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57B0A-3234-4D7D-B069-9C2006E71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77DF07-A34D-4041-BC0A-D5C691DBF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2D1F6-1D9B-49A0-A75D-FC3C33703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56615-4E69-4601-879E-C9C61DEA03B6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80DED-9D01-45A6-8EE4-646A590F3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73497-167D-4597-97C7-A3C531822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80676-420D-4D42-BCA3-1212B9E44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454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26551-56BB-4498-A36A-1504FABD7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2536D-C91C-4D1E-88DC-CFAB4D8F36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FD4475-5A1B-4D87-BF02-6801F52CB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B91E9-B3E8-48AB-A5ED-B15738220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56615-4E69-4601-879E-C9C61DEA03B6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24631F-6D59-488A-A452-B3DDDBC4E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40768-7268-4626-A2C0-A74111DED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80676-420D-4D42-BCA3-1212B9E44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549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8BC86-648D-4D2D-8F44-EF58530CD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20F99-AB7D-4064-9C3B-0210A3662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A62720-326D-4281-964F-DB4AA646D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408FC3-F72A-4D76-A481-D51C3253A5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A66378-A8A1-4897-9F63-F1798C2617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B11BE3-5DAD-4610-A5D0-53053A5A9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56615-4E69-4601-879E-C9C61DEA03B6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A690BD-72F2-495A-A73F-F85C5D1AD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19B454-71F2-4C18-B08B-BCCBC5203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80676-420D-4D42-BCA3-1212B9E44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724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B8BA9-A6C8-485E-8B9D-6BC2D9417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D81D4F-DC4D-43B1-8E20-7B187E9FE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56615-4E69-4601-879E-C9C61DEA03B6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BD2111-CA1F-446E-936D-77CA0EDDC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B2327-A387-419E-9F27-F2BFA7EAA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80676-420D-4D42-BCA3-1212B9E44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88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5CA95E-315E-42D3-B6B9-3D3F59B77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56615-4E69-4601-879E-C9C61DEA03B6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0F0545-AC7D-4845-AEB8-918068F84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38E11-8DF7-49B0-8095-7D8EC94EB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80676-420D-4D42-BCA3-1212B9E44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096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4D80-1F63-49F1-8E5E-6D9854165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13F6-1524-4F58-92A2-CC9965AA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C44C39-2D9E-47A2-A943-BB3082F06E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D6B30F-4AA5-4B59-8335-5984D9A26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56615-4E69-4601-879E-C9C61DEA03B6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F8B56F-F18D-48F8-AB75-6234B7804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CD6133-860F-4F97-8506-28C40DD14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80676-420D-4D42-BCA3-1212B9E44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893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A0BFB-192C-4B08-8E55-A9D9295E3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E776D0-66F5-449E-AACB-8397738438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8A6F86-E67A-4224-8556-DAE674B6BD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0C99D7-3EF2-4D15-A771-3CC3DC627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56615-4E69-4601-879E-C9C61DEA03B6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BDDE3-C421-4D5A-B424-3CA5264AB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A4222B-CCBF-4CD6-8710-67E267B93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80676-420D-4D42-BCA3-1212B9E44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9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16192-865B-488C-AB91-64D5F0337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5E2309-1EFF-421B-8621-8F4E0B7BDE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DF413-39D3-426C-BF13-5D29D6BA2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56615-4E69-4601-879E-C9C61DEA03B6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AF6B7-6D77-455D-839A-DA9C48067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9B9C4-5BC3-47A6-A0D2-4BC3FA78A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80676-420D-4D42-BCA3-1212B9E44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492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B5E6CC-7619-4BB1-AA28-2901546663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B42EEF-4A48-4B68-AB92-283DE013BF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94EE9-B320-406B-AED5-13BD9535C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56615-4E69-4601-879E-C9C61DEA03B6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4EF59-026C-4AD6-BA37-CAB27B1C6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5DC87-CFA4-4076-8680-D66969081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80676-420D-4D42-BCA3-1212B9E44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828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9C2A4D-4A0A-4363-9878-190A8C56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9054B3-77A7-4855-8058-95D72C1AE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50A87-742D-4911-B757-0648E0A325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56615-4E69-4601-879E-C9C61DEA03B6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3F96D-D730-4114-BE68-6DD6139A4E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42818-F1BE-43B1-996A-A0E6BEC19E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380676-420D-4D42-BCA3-1212B9E44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30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A17A65-9F55-4E8F-A1A0-465063A4D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76CA4713-1ED9-4067-B9EC-2BDF0E259F6C}"/>
              </a:ext>
            </a:extLst>
          </p:cNvPr>
          <p:cNvSpPr/>
          <p:nvPr/>
        </p:nvSpPr>
        <p:spPr>
          <a:xfrm>
            <a:off x="4064000" y="2021840"/>
            <a:ext cx="6065520" cy="949960"/>
          </a:xfrm>
          <a:prstGeom prst="wedgeRectCallout">
            <a:avLst>
              <a:gd name="adj1" fmla="val -58521"/>
              <a:gd name="adj2" fmla="val 14210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Highlight empty resource groups</a:t>
            </a:r>
          </a:p>
        </p:txBody>
      </p:sp>
    </p:spTree>
    <p:extLst>
      <p:ext uri="{BB962C8B-B14F-4D97-AF65-F5344CB8AC3E}">
        <p14:creationId xmlns:p14="http://schemas.microsoft.com/office/powerpoint/2010/main" val="1995518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1D842A-4D27-427C-81B9-77CBDAC8A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75" y="0"/>
            <a:ext cx="1044264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7A50CB4-D7F1-A697-A3D9-881E09E0F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213" y="-28682"/>
            <a:ext cx="3572374" cy="56776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9800BD0-FD8E-4466-B799-FADC20CA7751}"/>
              </a:ext>
            </a:extLst>
          </p:cNvPr>
          <p:cNvSpPr/>
          <p:nvPr/>
        </p:nvSpPr>
        <p:spPr>
          <a:xfrm>
            <a:off x="7389091" y="1208990"/>
            <a:ext cx="3439496" cy="169122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C68636-D51D-A331-737C-8DE3CB1B9086}"/>
              </a:ext>
            </a:extLst>
          </p:cNvPr>
          <p:cNvSpPr/>
          <p:nvPr/>
        </p:nvSpPr>
        <p:spPr>
          <a:xfrm>
            <a:off x="7620000" y="1958109"/>
            <a:ext cx="2706255" cy="1662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AB62C5D2-3D80-4299-A136-6E7D5DE53E77}"/>
              </a:ext>
            </a:extLst>
          </p:cNvPr>
          <p:cNvSpPr/>
          <p:nvPr/>
        </p:nvSpPr>
        <p:spPr>
          <a:xfrm>
            <a:off x="1734253" y="77815"/>
            <a:ext cx="5521960" cy="4124729"/>
          </a:xfrm>
          <a:prstGeom prst="wedgeRectCallout">
            <a:avLst>
              <a:gd name="adj1" fmla="val 53856"/>
              <a:gd name="adj2" fmla="val -17903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Background image</a:t>
            </a:r>
          </a:p>
        </p:txBody>
      </p:sp>
    </p:spTree>
    <p:extLst>
      <p:ext uri="{BB962C8B-B14F-4D97-AF65-F5344CB8AC3E}">
        <p14:creationId xmlns:p14="http://schemas.microsoft.com/office/powerpoint/2010/main" val="1865525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3563561-FBA5-DF51-5ED2-F38549C4A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13" y="302376"/>
            <a:ext cx="5068007" cy="32008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E6313B-176A-77F0-6FE3-047779974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3122" y="302376"/>
            <a:ext cx="3581900" cy="577295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11C9E16-25F2-4235-8243-E88108DE2B4F}"/>
              </a:ext>
            </a:extLst>
          </p:cNvPr>
          <p:cNvSpPr/>
          <p:nvPr/>
        </p:nvSpPr>
        <p:spPr>
          <a:xfrm>
            <a:off x="2461779" y="3279833"/>
            <a:ext cx="3366366" cy="178169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F56E79-6F57-432C-8B96-FC38980B61B0}"/>
              </a:ext>
            </a:extLst>
          </p:cNvPr>
          <p:cNvSpPr/>
          <p:nvPr/>
        </p:nvSpPr>
        <p:spPr>
          <a:xfrm>
            <a:off x="8954805" y="302376"/>
            <a:ext cx="2113915" cy="39770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2442C75B-2E5C-4E74-B151-489562C786CC}"/>
              </a:ext>
            </a:extLst>
          </p:cNvPr>
          <p:cNvSpPr/>
          <p:nvPr/>
        </p:nvSpPr>
        <p:spPr>
          <a:xfrm>
            <a:off x="5143731" y="1221522"/>
            <a:ext cx="5521960" cy="949960"/>
          </a:xfrm>
          <a:prstGeom prst="wedgeRectCallout">
            <a:avLst>
              <a:gd name="adj1" fmla="val 40809"/>
              <a:gd name="adj2" fmla="val -9426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Mask your username and </a:t>
            </a:r>
          </a:p>
          <a:p>
            <a:pPr algn="ctr"/>
            <a:r>
              <a:rPr lang="en-US" sz="3200" dirty="0"/>
              <a:t>Entra ID tenant name</a:t>
            </a:r>
          </a:p>
        </p:txBody>
      </p:sp>
    </p:spTree>
    <p:extLst>
      <p:ext uri="{BB962C8B-B14F-4D97-AF65-F5344CB8AC3E}">
        <p14:creationId xmlns:p14="http://schemas.microsoft.com/office/powerpoint/2010/main" val="4272083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594DBF4-4EB6-47E6-813C-A889F99EB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600" y="3274087"/>
            <a:ext cx="6709410" cy="34849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22709B-CD76-40DB-A00D-5302FDCF1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76" y="218440"/>
            <a:ext cx="6894572" cy="452787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1B1B28F-6CB7-4AFF-96B5-8F66FB20F53F}"/>
              </a:ext>
            </a:extLst>
          </p:cNvPr>
          <p:cNvSpPr/>
          <p:nvPr/>
        </p:nvSpPr>
        <p:spPr>
          <a:xfrm>
            <a:off x="4202759" y="218440"/>
            <a:ext cx="3566489" cy="102235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EE701471-693E-4C55-A489-902B40991E7E}"/>
              </a:ext>
            </a:extLst>
          </p:cNvPr>
          <p:cNvSpPr/>
          <p:nvPr/>
        </p:nvSpPr>
        <p:spPr>
          <a:xfrm>
            <a:off x="228600" y="1102360"/>
            <a:ext cx="5521960" cy="949960"/>
          </a:xfrm>
          <a:prstGeom prst="wedgeRectCallout">
            <a:avLst>
              <a:gd name="adj1" fmla="val 40809"/>
              <a:gd name="adj2" fmla="val -9426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Setup background image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E7BA4F-386A-4D81-8AB9-830AEEE64F91}"/>
              </a:ext>
            </a:extLst>
          </p:cNvPr>
          <p:cNvSpPr/>
          <p:nvPr/>
        </p:nvSpPr>
        <p:spPr>
          <a:xfrm>
            <a:off x="9204961" y="3303235"/>
            <a:ext cx="2432050" cy="537245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4784EDEC-B45E-4732-AE8B-A69F8620BBA8}"/>
              </a:ext>
            </a:extLst>
          </p:cNvPr>
          <p:cNvSpPr/>
          <p:nvPr/>
        </p:nvSpPr>
        <p:spPr>
          <a:xfrm>
            <a:off x="5604839" y="5062247"/>
            <a:ext cx="5521960" cy="949960"/>
          </a:xfrm>
          <a:prstGeom prst="wedgeRectCallout">
            <a:avLst>
              <a:gd name="adj1" fmla="val 44857"/>
              <a:gd name="adj2" fmla="val -17287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Mask your username and </a:t>
            </a:r>
          </a:p>
          <a:p>
            <a:pPr algn="ctr"/>
            <a:r>
              <a:rPr lang="en-US" sz="3200" dirty="0"/>
              <a:t>Azure AD tenant name</a:t>
            </a:r>
          </a:p>
        </p:txBody>
      </p:sp>
    </p:spTree>
    <p:extLst>
      <p:ext uri="{BB962C8B-B14F-4D97-AF65-F5344CB8AC3E}">
        <p14:creationId xmlns:p14="http://schemas.microsoft.com/office/powerpoint/2010/main" val="2453888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1613B9-069B-DFB0-8D3E-0F52AA2D8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475" y="185737"/>
            <a:ext cx="7639050" cy="64865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B9733BF-CA1F-3F6F-6D33-4CAAC202B920}"/>
              </a:ext>
            </a:extLst>
          </p:cNvPr>
          <p:cNvSpPr/>
          <p:nvPr/>
        </p:nvSpPr>
        <p:spPr>
          <a:xfrm>
            <a:off x="7615327" y="51179"/>
            <a:ext cx="886889" cy="91433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9BC57D-EE86-1E1D-6703-FCDD09159298}"/>
              </a:ext>
            </a:extLst>
          </p:cNvPr>
          <p:cNvSpPr/>
          <p:nvPr/>
        </p:nvSpPr>
        <p:spPr>
          <a:xfrm>
            <a:off x="2276475" y="4258744"/>
            <a:ext cx="5998561" cy="91433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942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86F712-283E-CDC2-FF63-BE9347234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523" y="580627"/>
            <a:ext cx="3600953" cy="569674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B0DC751-7AA6-9733-67FD-907CA822C892}"/>
              </a:ext>
            </a:extLst>
          </p:cNvPr>
          <p:cNvSpPr/>
          <p:nvPr/>
        </p:nvSpPr>
        <p:spPr>
          <a:xfrm>
            <a:off x="4295523" y="3307771"/>
            <a:ext cx="3379895" cy="2899065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AF9EDF-1D56-BC23-4AF3-995F1A2EDF11}"/>
              </a:ext>
            </a:extLst>
          </p:cNvPr>
          <p:cNvSpPr/>
          <p:nvPr/>
        </p:nvSpPr>
        <p:spPr>
          <a:xfrm>
            <a:off x="4687614" y="4653694"/>
            <a:ext cx="2151993" cy="1340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23CEA6-43F6-5255-DF6A-E6C9F646E0EF}"/>
              </a:ext>
            </a:extLst>
          </p:cNvPr>
          <p:cNvSpPr/>
          <p:nvPr/>
        </p:nvSpPr>
        <p:spPr>
          <a:xfrm>
            <a:off x="4687613" y="5239046"/>
            <a:ext cx="2151993" cy="1340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0C58B3-5677-F8F1-097F-0A5035F87DD9}"/>
              </a:ext>
            </a:extLst>
          </p:cNvPr>
          <p:cNvSpPr/>
          <p:nvPr/>
        </p:nvSpPr>
        <p:spPr>
          <a:xfrm>
            <a:off x="4687613" y="4063441"/>
            <a:ext cx="2151993" cy="1340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353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D03932-C0AC-D298-7E89-CE8BD615E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126" y="409153"/>
            <a:ext cx="6963747" cy="603969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D3CCFFC-C383-AA78-D695-4263D2DDAC2C}"/>
              </a:ext>
            </a:extLst>
          </p:cNvPr>
          <p:cNvSpPr/>
          <p:nvPr/>
        </p:nvSpPr>
        <p:spPr>
          <a:xfrm>
            <a:off x="6095999" y="1608999"/>
            <a:ext cx="2151993" cy="13400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95E67E-570B-6D26-B181-22FBEF3ED126}"/>
              </a:ext>
            </a:extLst>
          </p:cNvPr>
          <p:cNvSpPr/>
          <p:nvPr/>
        </p:nvSpPr>
        <p:spPr>
          <a:xfrm>
            <a:off x="6801853" y="2322873"/>
            <a:ext cx="1668380" cy="13400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C4E748-44DD-1B6F-65C2-2A1224CD4370}"/>
              </a:ext>
            </a:extLst>
          </p:cNvPr>
          <p:cNvSpPr/>
          <p:nvPr/>
        </p:nvSpPr>
        <p:spPr>
          <a:xfrm>
            <a:off x="6916498" y="2715904"/>
            <a:ext cx="1668380" cy="13400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7413CA-CCA6-2DC0-6AF2-4F0A30FF814F}"/>
              </a:ext>
            </a:extLst>
          </p:cNvPr>
          <p:cNvSpPr/>
          <p:nvPr/>
        </p:nvSpPr>
        <p:spPr>
          <a:xfrm>
            <a:off x="6801853" y="3103351"/>
            <a:ext cx="1668380" cy="13400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536D0D-F6F1-A154-3AAE-3817243B76AA}"/>
              </a:ext>
            </a:extLst>
          </p:cNvPr>
          <p:cNvSpPr/>
          <p:nvPr/>
        </p:nvSpPr>
        <p:spPr>
          <a:xfrm>
            <a:off x="6681537" y="3475470"/>
            <a:ext cx="1668380" cy="13400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F36EFD-B659-8A6C-2976-806CB84DAEB4}"/>
              </a:ext>
            </a:extLst>
          </p:cNvPr>
          <p:cNvSpPr/>
          <p:nvPr/>
        </p:nvSpPr>
        <p:spPr>
          <a:xfrm>
            <a:off x="6681537" y="3894915"/>
            <a:ext cx="1668380" cy="13400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FCB042-481B-213F-91D6-C1C973CCACB2}"/>
              </a:ext>
            </a:extLst>
          </p:cNvPr>
          <p:cNvSpPr/>
          <p:nvPr/>
        </p:nvSpPr>
        <p:spPr>
          <a:xfrm>
            <a:off x="6681537" y="4448368"/>
            <a:ext cx="2654968" cy="13400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FABFCEF-54E0-7BC5-EC10-3F9AD95AD44D}"/>
              </a:ext>
            </a:extLst>
          </p:cNvPr>
          <p:cNvSpPr/>
          <p:nvPr/>
        </p:nvSpPr>
        <p:spPr>
          <a:xfrm>
            <a:off x="6681537" y="4835815"/>
            <a:ext cx="2654968" cy="13400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36A0C8-36D6-4A6F-9427-D8D5C5F2E849}"/>
              </a:ext>
            </a:extLst>
          </p:cNvPr>
          <p:cNvSpPr/>
          <p:nvPr/>
        </p:nvSpPr>
        <p:spPr>
          <a:xfrm>
            <a:off x="6681537" y="5249001"/>
            <a:ext cx="2654968" cy="13400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82D259-7054-45FC-68BA-0C797E5D331C}"/>
              </a:ext>
            </a:extLst>
          </p:cNvPr>
          <p:cNvSpPr/>
          <p:nvPr/>
        </p:nvSpPr>
        <p:spPr>
          <a:xfrm>
            <a:off x="7395411" y="5595183"/>
            <a:ext cx="1443789" cy="13400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C2FCFD-CD85-ABFA-C2B8-F0F23F35D20E}"/>
              </a:ext>
            </a:extLst>
          </p:cNvPr>
          <p:cNvSpPr/>
          <p:nvPr/>
        </p:nvSpPr>
        <p:spPr>
          <a:xfrm>
            <a:off x="6565232" y="5807358"/>
            <a:ext cx="2019646" cy="13400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CFF9F7-2D94-82D6-3082-74B5548A83BC}"/>
              </a:ext>
            </a:extLst>
          </p:cNvPr>
          <p:cNvSpPr/>
          <p:nvPr/>
        </p:nvSpPr>
        <p:spPr>
          <a:xfrm>
            <a:off x="5495636" y="948402"/>
            <a:ext cx="4068876" cy="537850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195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A65ECA-FC08-7DD1-42A4-B24B60D7F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325" y="0"/>
            <a:ext cx="964335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17D5DDC-8135-B562-2C52-9C1DF203AFFC}"/>
              </a:ext>
            </a:extLst>
          </p:cNvPr>
          <p:cNvSpPr/>
          <p:nvPr/>
        </p:nvSpPr>
        <p:spPr>
          <a:xfrm>
            <a:off x="1339357" y="3429000"/>
            <a:ext cx="9428981" cy="94421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115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25</Words>
  <Application>Microsoft Office PowerPoint</Application>
  <PresentationFormat>Widescreen</PresentationFormat>
  <Paragraphs>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Daichi Isami</dc:creator>
  <cp:lastModifiedBy>Daichi Isami</cp:lastModifiedBy>
  <cp:revision>18</cp:revision>
  <dcterms:created xsi:type="dcterms:W3CDTF">2020-12-24T13:36:58Z</dcterms:created>
  <dcterms:modified xsi:type="dcterms:W3CDTF">2026-07-25T21:41:41Z</dcterms:modified>
</cp:coreProperties>
</file>